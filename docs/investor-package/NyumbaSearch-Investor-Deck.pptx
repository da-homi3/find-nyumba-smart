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6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NYUMBASEARCH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</a:rPr>
              <a:t>Investor Deck · Pre-Series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Building the trusted operating layer for home discovery,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tenancy and home services in Africa.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PROPTECH  ·  HOUSING  ·  DIGITAL SERVICES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nyumbasearch.com · Nairobi, Kenya · August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01 / Cover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Africa's full-stack proptech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From search to move-in and beyond — one trusted ecosystem.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Trust layer: verified listings, owner validation, scam-risk signals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Transaction layer: rent workflows, tenancy portals, service discovery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Monetization layer: subscriptions, SaaS, boosts, financial referrals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Expansion layer: Nairobi-first, scaling across Kenya and Africa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02 / Summary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 home is fragmented, costly and risky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Listings scattered across agents, social groups and classifieds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Renters waste time on inaccurate or unavailable listings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Most products stop at discovery — not tenancy or maintenance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Owners lack modern lead capture and operational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Opportunity: own the relationship before, during and after the move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03 / Problem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→ Verify → Manage → Serve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Map-first discovery with neighbourhood intelligence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Owner/listing verification and scam-risk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Manager portal: properties, tenants, rent, analytics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214+ verified service providers across 24+ categories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Finance &amp; insurance referral pathways at housing moments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04 / Solution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Early traction with growing supply-side network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6B2E"/>
                </a:solidFill>
              </a:rPr>
              <a:t>263+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Verified homes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6B2E"/>
                </a:solidFill>
              </a:rPr>
              <a:t>182+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Neighbourhoods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6B2E"/>
                </a:solidFill>
              </a:rPr>
              <a:t>214+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Service providers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6B2E"/>
                </a:solidFill>
              </a:rPr>
              <a:t>132+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Users / tenants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8346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6B2E"/>
                </a:solidFill>
              </a:rPr>
              <a:t>24+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8328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Listing accounts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6B2E"/>
                </a:solidFill>
              </a:rPr>
              <a:t>109+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Lead actions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06 / Traction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TARGET 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interconnected segments — Nairobi first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Tenants: students, young professionals, families — Plus &amp; unlocks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Owners &amp; managers: landlords, agencies, developers — SaaS &amp; subscriptions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Service providers: movers, cleaners, repairs — tiers &amp; lead fees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Market: ~2M houses needed in Kenya by 2030; 85% smartphone penetration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08 / Market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revenue layers — recurring at the core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Landlord &amp; listing plans: KES 999 – 4,999/month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Property management SaaS: KES 2,000 – 10,000/month per portfolio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Service provider monetization: KES 1,500 – 5,000/month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Financial &amp; protection referrals: revenue share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Full activation estimate: USD 2.5M – 4.5M+ annually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09 / Model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REVENUE FORECAST (ESTIMATE)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Path to USD 4.8M annual revenue by Year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109728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6B2E"/>
                </a:solidFill>
              </a:rPr>
              <a:t>$0.35M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Y1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0" y="3108960"/>
            <a:ext cx="1097280" cy="1280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6B2E"/>
                </a:solidFill>
              </a:rPr>
              <a:t>$0.9M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4434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Y2 2027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0" y="2377440"/>
            <a:ext cx="1097280" cy="2011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057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6B2E"/>
                </a:solidFill>
              </a:rPr>
              <a:t>$1.8M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4434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Y3 2028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94960" y="1645920"/>
            <a:ext cx="1097280" cy="2743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6B2E"/>
                </a:solidFill>
              </a:rPr>
              <a:t>$3.1M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94960" y="4434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Y4 2029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49440" y="914400"/>
            <a:ext cx="1097280" cy="3474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594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6B2E"/>
                </a:solidFill>
              </a:rPr>
              <a:t>$4.8M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4434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Y5 2030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Year 5 revenue mix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Property mgmt SaaS — 35%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Landlord &amp; listing — 25%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Service providers — 20%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Financial &amp; referrals — 15%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Other &amp; data — 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6B2E"/>
                </a:solidFill>
              </a:rPr>
              <a:t>At full sector activation: USD 2.5M – 4.5M+ annually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/ Revenue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PROGRESS VS. POTENTIAL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From early traction to market leadership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Today (Aug 2026)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263+ verified homes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182+ neighbourhoods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214+ service providers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132+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24+ listing accounts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109+ lead actions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348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6B2E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6B2E"/>
                </a:solidFill>
              </a:rPr>
              <a:t>3–5 year potential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10,000+ verified homes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50,000+ active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2,000+ property accounts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1,000+ service providers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$2.5M – 4.8M annual revenue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Kenya → Africa expansion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 / Progress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FUTURE PARTNERSHIPS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accelerate scale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Student residences &amp; universities — campus housing, semester bookings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Banks &amp; financial institutions — rent payments, mortgages, tenant loans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Property owners &amp; developers — verified supply, PM tooling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Corporate &amp; HR housing — relocation, expat housing, bulk placement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Service provider networks — national mover/cleaner/repair networks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Insurance &amp; protection — tenant contents, landlord property, rent protection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 / Partnerships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listings — integrated housing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vs Property24, Lamudi, Jiji, social groups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Only NyumbaSearch combines: verification, PM SaaS, M-Pesa rent, services, finance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Advantage = trust + operations + services + local Nairobi focus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 / Competition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INVESTMENT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86B2E"/>
                </a:solidFill>
              </a:rPr>
              <a:t>USD 1.5M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Pre-Series A · Strategic growth capital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Product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6B2E"/>
                </a:solidFill>
              </a:rPr>
              <a:t>30%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55280" y="1234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~$450K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Team &amp; talent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6B2E"/>
                </a:solidFill>
              </a:rPr>
              <a:t>20%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0" y="1737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~$300K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Marketing &amp; growth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6B2E"/>
                </a:solidFill>
              </a:rPr>
              <a:t>20%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2240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~$300K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Operations &amp; support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6B2E"/>
                </a:solidFill>
              </a:rPr>
              <a:t>15%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5528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~$225K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Partnerships &amp; integrations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3246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6B2E"/>
                </a:solidFill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~$150K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Legal &amp; compliance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6B2E"/>
                </a:solidFill>
              </a:rPr>
              <a:t>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5528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~$75K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1031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Accelerates product, supply, partnerships and team — from 263+ homes toward 10,000+ verified inventory.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17 / The ask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6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</a:rPr>
              <a:t>Let's explore investment, partnership and market expansion together.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nyumbasearch.com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nyumbasearch101@gmail.com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0714725598 · Nairobi, Kenya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NyumbaSearch ·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 / Close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NyumbaSearch Investor Deck</dc:title>
  <dc:subject>Pre-Series A Investor Presentation</dc:subject>
  <dc:creator>NyumbaSearch</dc:creator>
  <cp:lastModifiedBy>NyumbaSearch</cp:lastModifiedBy>
  <cp:revision>1</cp:revision>
  <dcterms:created xsi:type="dcterms:W3CDTF">2026-08-29T22:36:46Z</dcterms:created>
  <dcterms:modified xsi:type="dcterms:W3CDTF">2026-08-29T22:36:46Z</dcterms:modified>
</cp:coreProperties>
</file>